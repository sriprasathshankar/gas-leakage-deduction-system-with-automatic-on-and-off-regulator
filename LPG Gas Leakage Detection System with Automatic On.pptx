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8" r:id="rId5"/>
    <p:sldId id="269" r:id="rId6"/>
    <p:sldId id="270" r:id="rId7"/>
    <p:sldId id="271" r:id="rId8"/>
    <p:sldId id="272" r:id="rId9"/>
    <p:sldId id="273" r:id="rId10"/>
    <p:sldId id="274" r:id="rId11"/>
    <p:sldId id="275" r:id="rId12"/>
    <p:sldId id="276" r:id="rId13"/>
    <p:sldId id="277" r:id="rId14"/>
    <p:sldId id="27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859EB4-C8BC-45EC-B4D1-4B5D876680B6}" v="99" dt="2025-03-18T07:33:32.8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wmiya Annamalai" userId="595daa905f9c734a" providerId="LiveId" clId="{B9859EB4-C8BC-45EC-B4D1-4B5D876680B6}"/>
    <pc:docChg chg="undo custSel addSld delSld modSld">
      <pc:chgData name="Sowmiya Annamalai" userId="595daa905f9c734a" providerId="LiveId" clId="{B9859EB4-C8BC-45EC-B4D1-4B5D876680B6}" dt="2025-03-18T07:33:32.898" v="258"/>
      <pc:docMkLst>
        <pc:docMk/>
      </pc:docMkLst>
      <pc:sldChg chg="modAnim">
        <pc:chgData name="Sowmiya Annamalai" userId="595daa905f9c734a" providerId="LiveId" clId="{B9859EB4-C8BC-45EC-B4D1-4B5D876680B6}" dt="2025-03-18T07:28:35.280" v="231"/>
        <pc:sldMkLst>
          <pc:docMk/>
          <pc:sldMk cId="3912747309" sldId="268"/>
        </pc:sldMkLst>
      </pc:sldChg>
      <pc:sldChg chg="modSp modAnim">
        <pc:chgData name="Sowmiya Annamalai" userId="595daa905f9c734a" providerId="LiveId" clId="{B9859EB4-C8BC-45EC-B4D1-4B5D876680B6}" dt="2025-03-18T07:32:15.710" v="257" actId="12"/>
        <pc:sldMkLst>
          <pc:docMk/>
          <pc:sldMk cId="362176976" sldId="269"/>
        </pc:sldMkLst>
        <pc:spChg chg="mod">
          <ac:chgData name="Sowmiya Annamalai" userId="595daa905f9c734a" providerId="LiveId" clId="{B9859EB4-C8BC-45EC-B4D1-4B5D876680B6}" dt="2025-03-18T07:32:15.710" v="257" actId="12"/>
          <ac:spMkLst>
            <pc:docMk/>
            <pc:sldMk cId="362176976" sldId="269"/>
            <ac:spMk id="3" creationId="{759A5890-1190-FEBF-9511-551854716871}"/>
          </ac:spMkLst>
        </pc:spChg>
      </pc:sldChg>
      <pc:sldChg chg="modAnim">
        <pc:chgData name="Sowmiya Annamalai" userId="595daa905f9c734a" providerId="LiveId" clId="{B9859EB4-C8BC-45EC-B4D1-4B5D876680B6}" dt="2025-03-18T07:29:06.760" v="238"/>
        <pc:sldMkLst>
          <pc:docMk/>
          <pc:sldMk cId="3669990571" sldId="270"/>
        </pc:sldMkLst>
      </pc:sldChg>
      <pc:sldChg chg="addSp modSp mod modAnim">
        <pc:chgData name="Sowmiya Annamalai" userId="595daa905f9c734a" providerId="LiveId" clId="{B9859EB4-C8BC-45EC-B4D1-4B5D876680B6}" dt="2025-03-18T07:08:14.910" v="44" actId="255"/>
        <pc:sldMkLst>
          <pc:docMk/>
          <pc:sldMk cId="2762807332" sldId="272"/>
        </pc:sldMkLst>
        <pc:spChg chg="mod">
          <ac:chgData name="Sowmiya Annamalai" userId="595daa905f9c734a" providerId="LiveId" clId="{B9859EB4-C8BC-45EC-B4D1-4B5D876680B6}" dt="2025-03-18T07:04:56.146" v="30" actId="2711"/>
          <ac:spMkLst>
            <pc:docMk/>
            <pc:sldMk cId="2762807332" sldId="272"/>
            <ac:spMk id="2" creationId="{FB8F2E22-E55A-926B-8020-063540971653}"/>
          </ac:spMkLst>
        </pc:spChg>
        <pc:spChg chg="mod">
          <ac:chgData name="Sowmiya Annamalai" userId="595daa905f9c734a" providerId="LiveId" clId="{B9859EB4-C8BC-45EC-B4D1-4B5D876680B6}" dt="2025-03-18T07:08:10.954" v="43" actId="255"/>
          <ac:spMkLst>
            <pc:docMk/>
            <pc:sldMk cId="2762807332" sldId="272"/>
            <ac:spMk id="3" creationId="{0ED233C6-E16B-771E-6504-26F0880F4030}"/>
          </ac:spMkLst>
        </pc:spChg>
        <pc:spChg chg="mod">
          <ac:chgData name="Sowmiya Annamalai" userId="595daa905f9c734a" providerId="LiveId" clId="{B9859EB4-C8BC-45EC-B4D1-4B5D876680B6}" dt="2025-03-18T07:08:14.910" v="44" actId="255"/>
          <ac:spMkLst>
            <pc:docMk/>
            <pc:sldMk cId="2762807332" sldId="272"/>
            <ac:spMk id="5" creationId="{5D403AC0-D75A-15CE-FF32-43356F516B0A}"/>
          </ac:spMkLst>
        </pc:spChg>
        <pc:spChg chg="mod">
          <ac:chgData name="Sowmiya Annamalai" userId="595daa905f9c734a" providerId="LiveId" clId="{B9859EB4-C8BC-45EC-B4D1-4B5D876680B6}" dt="2025-03-18T07:03:05.576" v="4" actId="20577"/>
          <ac:spMkLst>
            <pc:docMk/>
            <pc:sldMk cId="2762807332" sldId="272"/>
            <ac:spMk id="6" creationId="{F09F36D7-6FA5-E5D2-C637-184B1EF1427A}"/>
          </ac:spMkLst>
        </pc:spChg>
        <pc:picChg chg="mod">
          <ac:chgData name="Sowmiya Annamalai" userId="595daa905f9c734a" providerId="LiveId" clId="{B9859EB4-C8BC-45EC-B4D1-4B5D876680B6}" dt="2025-03-18T07:04:25.514" v="29" actId="14100"/>
          <ac:picMkLst>
            <pc:docMk/>
            <pc:sldMk cId="2762807332" sldId="272"/>
            <ac:picMk id="8" creationId="{C480781C-B284-DBE2-3FFD-2F9BC74EEA87}"/>
          </ac:picMkLst>
        </pc:picChg>
        <pc:picChg chg="add mod">
          <ac:chgData name="Sowmiya Annamalai" userId="595daa905f9c734a" providerId="LiveId" clId="{B9859EB4-C8BC-45EC-B4D1-4B5D876680B6}" dt="2025-03-18T07:02:55.989" v="2" actId="1076"/>
          <ac:picMkLst>
            <pc:docMk/>
            <pc:sldMk cId="2762807332" sldId="272"/>
            <ac:picMk id="10" creationId="{8189A29E-685A-56D0-5045-6AE1E9C72272}"/>
          </ac:picMkLst>
        </pc:picChg>
        <pc:picChg chg="add mod">
          <ac:chgData name="Sowmiya Annamalai" userId="595daa905f9c734a" providerId="LiveId" clId="{B9859EB4-C8BC-45EC-B4D1-4B5D876680B6}" dt="2025-03-18T07:04:20.654" v="27" actId="14100"/>
          <ac:picMkLst>
            <pc:docMk/>
            <pc:sldMk cId="2762807332" sldId="272"/>
            <ac:picMk id="12" creationId="{DB6DEB95-BCA3-9B02-06F2-552AEFBA518B}"/>
          </ac:picMkLst>
        </pc:picChg>
      </pc:sldChg>
      <pc:sldChg chg="addSp modSp new mod modAnim">
        <pc:chgData name="Sowmiya Annamalai" userId="595daa905f9c734a" providerId="LiveId" clId="{B9859EB4-C8BC-45EC-B4D1-4B5D876680B6}" dt="2025-03-18T07:17:55.024" v="125"/>
        <pc:sldMkLst>
          <pc:docMk/>
          <pc:sldMk cId="3681183620" sldId="273"/>
        </pc:sldMkLst>
        <pc:spChg chg="mod">
          <ac:chgData name="Sowmiya Annamalai" userId="595daa905f9c734a" providerId="LiveId" clId="{B9859EB4-C8BC-45EC-B4D1-4B5D876680B6}" dt="2025-03-18T07:08:25.952" v="45"/>
          <ac:spMkLst>
            <pc:docMk/>
            <pc:sldMk cId="3681183620" sldId="273"/>
            <ac:spMk id="2" creationId="{5BA192B3-115C-620F-692F-151743749B4B}"/>
          </ac:spMkLst>
        </pc:spChg>
        <pc:spChg chg="mod">
          <ac:chgData name="Sowmiya Annamalai" userId="595daa905f9c734a" providerId="LiveId" clId="{B9859EB4-C8BC-45EC-B4D1-4B5D876680B6}" dt="2025-03-18T07:09:34.657" v="48" actId="2711"/>
          <ac:spMkLst>
            <pc:docMk/>
            <pc:sldMk cId="3681183620" sldId="273"/>
            <ac:spMk id="3" creationId="{C2633432-B040-0666-77D0-F21A47ED9145}"/>
          </ac:spMkLst>
        </pc:spChg>
        <pc:spChg chg="mod">
          <ac:chgData name="Sowmiya Annamalai" userId="595daa905f9c734a" providerId="LiveId" clId="{B9859EB4-C8BC-45EC-B4D1-4B5D876680B6}" dt="2025-03-18T07:12:27.453" v="61" actId="20577"/>
          <ac:spMkLst>
            <pc:docMk/>
            <pc:sldMk cId="3681183620" sldId="273"/>
            <ac:spMk id="4" creationId="{8895B4B4-CF21-04E9-40EF-5D03C2988C3D}"/>
          </ac:spMkLst>
        </pc:spChg>
        <pc:spChg chg="mod">
          <ac:chgData name="Sowmiya Annamalai" userId="595daa905f9c734a" providerId="LiveId" clId="{B9859EB4-C8BC-45EC-B4D1-4B5D876680B6}" dt="2025-03-18T07:09:53.936" v="51" actId="255"/>
          <ac:spMkLst>
            <pc:docMk/>
            <pc:sldMk cId="3681183620" sldId="273"/>
            <ac:spMk id="5" creationId="{1B4D3741-0359-0402-2E9B-8EF32FA76295}"/>
          </ac:spMkLst>
        </pc:spChg>
        <pc:spChg chg="mod">
          <ac:chgData name="Sowmiya Annamalai" userId="595daa905f9c734a" providerId="LiveId" clId="{B9859EB4-C8BC-45EC-B4D1-4B5D876680B6}" dt="2025-03-18T07:13:10.554" v="76" actId="20577"/>
          <ac:spMkLst>
            <pc:docMk/>
            <pc:sldMk cId="3681183620" sldId="273"/>
            <ac:spMk id="6" creationId="{3B021C97-CCF6-2576-D4F0-0669C696E5C1}"/>
          </ac:spMkLst>
        </pc:spChg>
        <pc:picChg chg="add mod">
          <ac:chgData name="Sowmiya Annamalai" userId="595daa905f9c734a" providerId="LiveId" clId="{B9859EB4-C8BC-45EC-B4D1-4B5D876680B6}" dt="2025-03-18T07:13:06.777" v="75" actId="1076"/>
          <ac:picMkLst>
            <pc:docMk/>
            <pc:sldMk cId="3681183620" sldId="273"/>
            <ac:picMk id="8" creationId="{6FB2C2C3-79AA-7C04-D536-01D7531F8C2B}"/>
          </ac:picMkLst>
        </pc:picChg>
        <pc:picChg chg="add mod">
          <ac:chgData name="Sowmiya Annamalai" userId="595daa905f9c734a" providerId="LiveId" clId="{B9859EB4-C8BC-45EC-B4D1-4B5D876680B6}" dt="2025-03-18T07:13:20.096" v="77" actId="931"/>
          <ac:picMkLst>
            <pc:docMk/>
            <pc:sldMk cId="3681183620" sldId="273"/>
            <ac:picMk id="10" creationId="{14549264-821A-FA20-FDC9-AA60C01EF079}"/>
          </ac:picMkLst>
        </pc:picChg>
        <pc:picChg chg="add mod">
          <ac:chgData name="Sowmiya Annamalai" userId="595daa905f9c734a" providerId="LiveId" clId="{B9859EB4-C8BC-45EC-B4D1-4B5D876680B6}" dt="2025-03-18T07:14:00.473" v="91" actId="14100"/>
          <ac:picMkLst>
            <pc:docMk/>
            <pc:sldMk cId="3681183620" sldId="273"/>
            <ac:picMk id="12" creationId="{4447CFCD-397A-1422-9752-48988CE28D4A}"/>
          </ac:picMkLst>
        </pc:picChg>
      </pc:sldChg>
      <pc:sldChg chg="modSp new mod modAnim">
        <pc:chgData name="Sowmiya Annamalai" userId="595daa905f9c734a" providerId="LiveId" clId="{B9859EB4-C8BC-45EC-B4D1-4B5D876680B6}" dt="2025-03-18T07:30:47.250" v="244"/>
        <pc:sldMkLst>
          <pc:docMk/>
          <pc:sldMk cId="1924108280" sldId="274"/>
        </pc:sldMkLst>
        <pc:spChg chg="mod">
          <ac:chgData name="Sowmiya Annamalai" userId="595daa905f9c734a" providerId="LiveId" clId="{B9859EB4-C8BC-45EC-B4D1-4B5D876680B6}" dt="2025-03-18T07:20:29.124" v="132" actId="255"/>
          <ac:spMkLst>
            <pc:docMk/>
            <pc:sldMk cId="1924108280" sldId="274"/>
            <ac:spMk id="2" creationId="{AA780B94-4C4C-9E21-825C-326D62AF0F61}"/>
          </ac:spMkLst>
        </pc:spChg>
        <pc:spChg chg="mod">
          <ac:chgData name="Sowmiya Annamalai" userId="595daa905f9c734a" providerId="LiveId" clId="{B9859EB4-C8BC-45EC-B4D1-4B5D876680B6}" dt="2025-03-18T07:20:48.715" v="138" actId="255"/>
          <ac:spMkLst>
            <pc:docMk/>
            <pc:sldMk cId="1924108280" sldId="274"/>
            <ac:spMk id="3" creationId="{B15DF4BB-6EB8-6830-4C2F-9468FFF33240}"/>
          </ac:spMkLst>
        </pc:spChg>
      </pc:sldChg>
      <pc:sldChg chg="modSp new del mod">
        <pc:chgData name="Sowmiya Annamalai" userId="595daa905f9c734a" providerId="LiveId" clId="{B9859EB4-C8BC-45EC-B4D1-4B5D876680B6}" dt="2025-03-18T07:20:03.618" v="128" actId="2696"/>
        <pc:sldMkLst>
          <pc:docMk/>
          <pc:sldMk cId="3723842249" sldId="274"/>
        </pc:sldMkLst>
        <pc:spChg chg="mod">
          <ac:chgData name="Sowmiya Annamalai" userId="595daa905f9c734a" providerId="LiveId" clId="{B9859EB4-C8BC-45EC-B4D1-4B5D876680B6}" dt="2025-03-18T07:19:16.726" v="127"/>
          <ac:spMkLst>
            <pc:docMk/>
            <pc:sldMk cId="3723842249" sldId="274"/>
            <ac:spMk id="2" creationId="{904C5092-9542-7D4D-1D05-6C450E2B9668}"/>
          </ac:spMkLst>
        </pc:spChg>
      </pc:sldChg>
      <pc:sldChg chg="modSp new mod modAnim">
        <pc:chgData name="Sowmiya Annamalai" userId="595daa905f9c734a" providerId="LiveId" clId="{B9859EB4-C8BC-45EC-B4D1-4B5D876680B6}" dt="2025-03-18T07:31:20.541" v="251"/>
        <pc:sldMkLst>
          <pc:docMk/>
          <pc:sldMk cId="1175995335" sldId="275"/>
        </pc:sldMkLst>
        <pc:spChg chg="mod">
          <ac:chgData name="Sowmiya Annamalai" userId="595daa905f9c734a" providerId="LiveId" clId="{B9859EB4-C8BC-45EC-B4D1-4B5D876680B6}" dt="2025-03-18T07:21:38.082" v="144" actId="255"/>
          <ac:spMkLst>
            <pc:docMk/>
            <pc:sldMk cId="1175995335" sldId="275"/>
            <ac:spMk id="2" creationId="{C5049655-6243-354C-0062-22EB887C30CD}"/>
          </ac:spMkLst>
        </pc:spChg>
        <pc:spChg chg="mod">
          <ac:chgData name="Sowmiya Annamalai" userId="595daa905f9c734a" providerId="LiveId" clId="{B9859EB4-C8BC-45EC-B4D1-4B5D876680B6}" dt="2025-03-18T07:22:30.146" v="154" actId="255"/>
          <ac:spMkLst>
            <pc:docMk/>
            <pc:sldMk cId="1175995335" sldId="275"/>
            <ac:spMk id="3" creationId="{BB496229-7908-835D-07CD-C96CFAC2616D}"/>
          </ac:spMkLst>
        </pc:spChg>
      </pc:sldChg>
      <pc:sldChg chg="modSp new mod modAnim">
        <pc:chgData name="Sowmiya Annamalai" userId="595daa905f9c734a" providerId="LiveId" clId="{B9859EB4-C8BC-45EC-B4D1-4B5D876680B6}" dt="2025-03-18T07:33:32.898" v="258"/>
        <pc:sldMkLst>
          <pc:docMk/>
          <pc:sldMk cId="453514058" sldId="276"/>
        </pc:sldMkLst>
        <pc:spChg chg="mod">
          <ac:chgData name="Sowmiya Annamalai" userId="595daa905f9c734a" providerId="LiveId" clId="{B9859EB4-C8BC-45EC-B4D1-4B5D876680B6}" dt="2025-03-18T07:23:05.421" v="157" actId="2711"/>
          <ac:spMkLst>
            <pc:docMk/>
            <pc:sldMk cId="453514058" sldId="276"/>
            <ac:spMk id="2" creationId="{FDC5FF21-3228-C207-9360-06E6DC0C353B}"/>
          </ac:spMkLst>
        </pc:spChg>
        <pc:spChg chg="mod">
          <ac:chgData name="Sowmiya Annamalai" userId="595daa905f9c734a" providerId="LiveId" clId="{B9859EB4-C8BC-45EC-B4D1-4B5D876680B6}" dt="2025-03-18T07:23:40.235" v="163" actId="255"/>
          <ac:spMkLst>
            <pc:docMk/>
            <pc:sldMk cId="453514058" sldId="276"/>
            <ac:spMk id="3" creationId="{6A9572B6-5318-7467-4753-43D8814DF692}"/>
          </ac:spMkLst>
        </pc:spChg>
      </pc:sldChg>
      <pc:sldChg chg="addSp modSp new">
        <pc:chgData name="Sowmiya Annamalai" userId="595daa905f9c734a" providerId="LiveId" clId="{B9859EB4-C8BC-45EC-B4D1-4B5D876680B6}" dt="2025-03-18T07:28:16.860" v="229" actId="14100"/>
        <pc:sldMkLst>
          <pc:docMk/>
          <pc:sldMk cId="574949455" sldId="277"/>
        </pc:sldMkLst>
        <pc:picChg chg="add mod">
          <ac:chgData name="Sowmiya Annamalai" userId="595daa905f9c734a" providerId="LiveId" clId="{B9859EB4-C8BC-45EC-B4D1-4B5D876680B6}" dt="2025-03-18T07:28:16.860" v="229" actId="14100"/>
          <ac:picMkLst>
            <pc:docMk/>
            <pc:sldMk cId="574949455" sldId="277"/>
            <ac:picMk id="1026" creationId="{9DAF2AA6-2538-D38B-82BA-09BAD8868D19}"/>
          </ac:picMkLst>
        </pc:picChg>
      </pc:sldChg>
      <pc:sldChg chg="addSp delSp modSp new mod modAnim">
        <pc:chgData name="Sowmiya Annamalai" userId="595daa905f9c734a" providerId="LiveId" clId="{B9859EB4-C8BC-45EC-B4D1-4B5D876680B6}" dt="2025-03-18T07:29:36.468" v="242"/>
        <pc:sldMkLst>
          <pc:docMk/>
          <pc:sldMk cId="759991637" sldId="278"/>
        </pc:sldMkLst>
        <pc:spChg chg="del">
          <ac:chgData name="Sowmiya Annamalai" userId="595daa905f9c734a" providerId="LiveId" clId="{B9859EB4-C8BC-45EC-B4D1-4B5D876680B6}" dt="2025-03-18T07:27:41.250" v="223"/>
          <ac:spMkLst>
            <pc:docMk/>
            <pc:sldMk cId="759991637" sldId="278"/>
            <ac:spMk id="2" creationId="{77194D13-94FA-CBFD-5F4C-76B167342FDE}"/>
          </ac:spMkLst>
        </pc:spChg>
        <pc:spChg chg="mod">
          <ac:chgData name="Sowmiya Annamalai" userId="595daa905f9c734a" providerId="LiveId" clId="{B9859EB4-C8BC-45EC-B4D1-4B5D876680B6}" dt="2025-03-18T07:26:42.984" v="186" actId="20577"/>
          <ac:spMkLst>
            <pc:docMk/>
            <pc:sldMk cId="759991637" sldId="278"/>
            <ac:spMk id="3" creationId="{8863B7AB-23E5-A241-5023-78156FBAB668}"/>
          </ac:spMkLst>
        </pc:spChg>
        <pc:spChg chg="mod">
          <ac:chgData name="Sowmiya Annamalai" userId="595daa905f9c734a" providerId="LiveId" clId="{B9859EB4-C8BC-45EC-B4D1-4B5D876680B6}" dt="2025-03-18T07:27:08.751" v="222" actId="255"/>
          <ac:spMkLst>
            <pc:docMk/>
            <pc:sldMk cId="759991637" sldId="278"/>
            <ac:spMk id="4" creationId="{1D1B64C0-F0E2-6CCF-94BE-298D6BF97BC5}"/>
          </ac:spMkLst>
        </pc:spChg>
        <pc:picChg chg="add mod">
          <ac:chgData name="Sowmiya Annamalai" userId="595daa905f9c734a" providerId="LiveId" clId="{B9859EB4-C8BC-45EC-B4D1-4B5D876680B6}" dt="2025-03-18T07:27:41.250" v="223"/>
          <ac:picMkLst>
            <pc:docMk/>
            <pc:sldMk cId="759991637" sldId="278"/>
            <ac:picMk id="2050" creationId="{6EFEE247-3A7B-1CFA-842D-921AC7319075}"/>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3/18/2025</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7225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3/18/2025</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20101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3/18/2025</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70401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3/18/2025</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52231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3/18/2025</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167755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3/18/2025</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42260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3/18/2025</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40723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3/18/2025</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4118504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3/18/2025</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843989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800">
                <a:solidFill>
                  <a:srgbClr val="FFFFFF"/>
                </a:solidFill>
              </a:defRPr>
            </a:lvl1pPr>
          </a:lstStyle>
          <a:p>
            <a:fld id="{62D6E202-B606-4609-B914-27C9371A1F6D}" type="datetime1">
              <a:rPr lang="en-US" smtClean="0"/>
              <a:t>3/18/2025</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8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8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0708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700" i="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19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7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3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A9286AD2-18A9-4868-A4E3-7A2097A208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1"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anklin Gothic Book" panose="020F0502020204030204"/>
              <a:ea typeface="+mn-ea"/>
              <a:cs typeface="+mn-cs"/>
            </a:endParaRPr>
          </a:p>
        </p:txBody>
      </p:sp>
      <p:sp>
        <p:nvSpPr>
          <p:cNvPr id="2" name="Title 1">
            <a:extLst>
              <a:ext uri="{FF2B5EF4-FFF2-40B4-BE49-F238E27FC236}">
                <a16:creationId xmlns:a16="http://schemas.microsoft.com/office/drawing/2014/main" id="{4010AF38-26DF-48B3-952C-4A9091D6863C}"/>
              </a:ext>
            </a:extLst>
          </p:cNvPr>
          <p:cNvSpPr>
            <a:spLocks noGrp="1"/>
          </p:cNvSpPr>
          <p:nvPr>
            <p:ph type="ctrTitle"/>
          </p:nvPr>
        </p:nvSpPr>
        <p:spPr>
          <a:xfrm>
            <a:off x="648929" y="639097"/>
            <a:ext cx="6253317" cy="3686015"/>
          </a:xfrm>
        </p:spPr>
        <p:txBody>
          <a:bodyPr>
            <a:normAutofit/>
          </a:bodyPr>
          <a:lstStyle/>
          <a:p>
            <a:r>
              <a:rPr lang="en-US" sz="4800" dirty="0">
                <a:latin typeface="Times New Roman" panose="02020603050405020304" pitchFamily="18" charset="0"/>
                <a:cs typeface="Times New Roman" panose="02020603050405020304" pitchFamily="18" charset="0"/>
              </a:rPr>
              <a:t>LPG Gas Leakage Detection System with Automatic On/Off Regulator</a:t>
            </a:r>
          </a:p>
        </p:txBody>
      </p:sp>
      <p:sp>
        <p:nvSpPr>
          <p:cNvPr id="3" name="Subtitle 2">
            <a:extLst>
              <a:ext uri="{FF2B5EF4-FFF2-40B4-BE49-F238E27FC236}">
                <a16:creationId xmlns:a16="http://schemas.microsoft.com/office/drawing/2014/main" id="{37FC2D8F-56D2-4ADF-B439-0E09E7C37894}"/>
              </a:ext>
            </a:extLst>
          </p:cNvPr>
          <p:cNvSpPr>
            <a:spLocks noGrp="1"/>
          </p:cNvSpPr>
          <p:nvPr>
            <p:ph type="subTitle" idx="1"/>
          </p:nvPr>
        </p:nvSpPr>
        <p:spPr>
          <a:xfrm>
            <a:off x="632899" y="4672739"/>
            <a:ext cx="6269347" cy="1021498"/>
          </a:xfrm>
        </p:spPr>
        <p:txBody>
          <a:bodyPr>
            <a:normAutofit/>
          </a:bodyPr>
          <a:lstStyle/>
          <a:p>
            <a:r>
              <a:rPr lang="en-US" sz="2400" dirty="0">
                <a:solidFill>
                  <a:schemeClr val="tx1">
                    <a:lumMod val="85000"/>
                    <a:lumOff val="15000"/>
                  </a:schemeClr>
                </a:solidFill>
              </a:rPr>
              <a:t> </a:t>
            </a:r>
            <a:r>
              <a:rPr lang="en-US" sz="2400" dirty="0">
                <a:solidFill>
                  <a:schemeClr val="tx1">
                    <a:lumMod val="85000"/>
                    <a:lumOff val="15000"/>
                  </a:schemeClr>
                </a:solidFill>
                <a:latin typeface="Times New Roman" panose="02020603050405020304" pitchFamily="18" charset="0"/>
                <a:cs typeface="Times New Roman" panose="02020603050405020304" pitchFamily="18" charset="0"/>
              </a:rPr>
              <a:t>A Smart IoT-Based Safety System</a:t>
            </a:r>
          </a:p>
        </p:txBody>
      </p:sp>
      <p:cxnSp>
        <p:nvCxnSpPr>
          <p:cNvPr id="29" name="Straight Connector 28">
            <a:extLst>
              <a:ext uri="{FF2B5EF4-FFF2-40B4-BE49-F238E27FC236}">
                <a16:creationId xmlns:a16="http://schemas.microsoft.com/office/drawing/2014/main" id="{E7A7CD63-7EC3-44F3-95D0-595C4019FF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4179" y="4498925"/>
            <a:ext cx="5636107"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308AC96E-AA33-4309-B51D-072F59E6EC0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7556686" y="1"/>
            <a:ext cx="4635315" cy="6857999"/>
          </a:xfrm>
          <a:prstGeom prst="rect">
            <a:avLst/>
          </a:prstGeom>
        </p:spPr>
      </p:pic>
    </p:spTree>
    <p:extLst>
      <p:ext uri="{BB962C8B-B14F-4D97-AF65-F5344CB8AC3E}">
        <p14:creationId xmlns:p14="http://schemas.microsoft.com/office/powerpoint/2010/main" val="3912747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6AE3B-D456-B7B8-F19B-C527DCA0A33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759A5890-1190-FEBF-9511-551854716871}"/>
              </a:ext>
            </a:extLst>
          </p:cNvPr>
          <p:cNvSpPr>
            <a:spLocks noGrp="1"/>
          </p:cNvSpPr>
          <p:nvPr>
            <p:ph idx="1"/>
          </p:nvPr>
        </p:nvSpPr>
        <p:spPr/>
        <p:txBody>
          <a:bodyPr>
            <a:normAutofit/>
          </a:bodyPr>
          <a:lstStyle/>
          <a:p>
            <a:pPr>
              <a:buFont typeface="Wingdings" panose="05000000000000000000" pitchFamily="2" charset="2"/>
              <a:buChar char="Ø"/>
            </a:pPr>
            <a:r>
              <a:rPr lang="en-US" sz="2400" dirty="0"/>
              <a:t>LPG (Liquefied Petroleum Gas) is widely used in homes and industries but is highly flammable, making leaks dangerous. Traditional detection methods rely on human intervention, which can be slow and ineffective in emergencies.</a:t>
            </a:r>
          </a:p>
          <a:p>
            <a:pPr>
              <a:buFont typeface="Wingdings" panose="05000000000000000000" pitchFamily="2" charset="2"/>
              <a:buChar char="Ø"/>
            </a:pPr>
            <a:r>
              <a:rPr lang="en-US" sz="2400" dirty="0"/>
              <a:t>This project aims to automate gas leak detection using an MQ-6 sensor and Arduino. When a leak is detected, the system triggers an alarm, turns on an exhaust fan, and shuts off the gas supply using a solenoid valve, ensuring a quick and safe response.</a:t>
            </a:r>
            <a:endParaRPr lang="en-IN" sz="2400" dirty="0"/>
          </a:p>
        </p:txBody>
      </p:sp>
    </p:spTree>
    <p:extLst>
      <p:ext uri="{BB962C8B-B14F-4D97-AF65-F5344CB8AC3E}">
        <p14:creationId xmlns:p14="http://schemas.microsoft.com/office/powerpoint/2010/main" val="362176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wipe(down)">
                                      <p:cBhvr>
                                        <p:cTn id="14" dur="500"/>
                                        <p:tgtEl>
                                          <p:spTgt spid="3">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wipe(down)">
                                      <p:cBhvr>
                                        <p:cTn id="19"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24B3D-7440-C527-02A5-C4B3018B5235}"/>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Problem Statement</a:t>
            </a:r>
          </a:p>
        </p:txBody>
      </p:sp>
      <p:sp>
        <p:nvSpPr>
          <p:cNvPr id="3" name="Content Placeholder 2">
            <a:extLst>
              <a:ext uri="{FF2B5EF4-FFF2-40B4-BE49-F238E27FC236}">
                <a16:creationId xmlns:a16="http://schemas.microsoft.com/office/drawing/2014/main" id="{B98DD076-4BED-5EDC-1436-614217835528}"/>
              </a:ext>
            </a:extLst>
          </p:cNvPr>
          <p:cNvSpPr>
            <a:spLocks noGrp="1"/>
          </p:cNvSpPr>
          <p:nvPr>
            <p:ph idx="1"/>
          </p:nvPr>
        </p:nvSpPr>
        <p:spPr/>
        <p:txBody>
          <a:bodyPr>
            <a:normAutofit/>
          </a:bodyPr>
          <a:lstStyle/>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LPG leaks can cause fire hazards, explosions, and poisoning.</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Traditional gas detection methods lack automation for gas cut-off.</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Need for a smart, real-time, and automatic gas regulation system.</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999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73953-9692-E9B4-0C48-38348523B2EC}"/>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Hardware Components</a:t>
            </a:r>
          </a:p>
        </p:txBody>
      </p:sp>
      <p:sp>
        <p:nvSpPr>
          <p:cNvPr id="3" name="Text Placeholder 2">
            <a:extLst>
              <a:ext uri="{FF2B5EF4-FFF2-40B4-BE49-F238E27FC236}">
                <a16:creationId xmlns:a16="http://schemas.microsoft.com/office/drawing/2014/main" id="{7CFB01EC-66EC-C17E-2D9D-5DFD8AB0CFA6}"/>
              </a:ext>
            </a:extLst>
          </p:cNvPr>
          <p:cNvSpPr>
            <a:spLocks noGrp="1"/>
          </p:cNvSpPr>
          <p:nvPr>
            <p:ph type="body" idx="1"/>
          </p:nvPr>
        </p:nvSpPr>
        <p:spPr/>
        <p:txBody>
          <a:bodyPr>
            <a:normAutofit/>
          </a:bodyPr>
          <a:lstStyle/>
          <a:p>
            <a:r>
              <a:rPr lang="en-IN" sz="2800" dirty="0">
                <a:latin typeface="Times New Roman" panose="02020603050405020304" pitchFamily="18" charset="0"/>
                <a:cs typeface="Times New Roman" panose="02020603050405020304" pitchFamily="18" charset="0"/>
              </a:rPr>
              <a:t>Arduino Uno</a:t>
            </a:r>
          </a:p>
        </p:txBody>
      </p:sp>
      <p:sp>
        <p:nvSpPr>
          <p:cNvPr id="4" name="Content Placeholder 3">
            <a:extLst>
              <a:ext uri="{FF2B5EF4-FFF2-40B4-BE49-F238E27FC236}">
                <a16:creationId xmlns:a16="http://schemas.microsoft.com/office/drawing/2014/main" id="{1D83780A-217B-203B-7CE9-3ECB73FEC8F3}"/>
              </a:ext>
            </a:extLst>
          </p:cNvPr>
          <p:cNvSpPr>
            <a:spLocks noGrp="1"/>
          </p:cNvSpPr>
          <p:nvPr>
            <p:ph sz="half" idx="2"/>
          </p:nvPr>
        </p:nvSpPr>
        <p:spPr/>
        <p:txBody>
          <a:bodyPr>
            <a:normAutofit/>
          </a:bodyPr>
          <a:lstStyle/>
          <a:p>
            <a:r>
              <a:rPr lang="en-US" sz="2000" b="0" i="0" dirty="0">
                <a:solidFill>
                  <a:srgbClr val="040C28"/>
                </a:solidFill>
                <a:effectLst/>
                <a:latin typeface="Times New Roman" panose="02020603050405020304" pitchFamily="18" charset="0"/>
                <a:cs typeface="Times New Roman" panose="02020603050405020304" pitchFamily="18" charset="0"/>
              </a:rPr>
              <a:t>The best board to get started with electronics and coding</a:t>
            </a:r>
          </a:p>
          <a:p>
            <a:endParaRPr lang="en-IN" sz="2000"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46A10C2A-CD45-B0FF-71A4-14BBD8FAFCAB}"/>
              </a:ext>
            </a:extLst>
          </p:cNvPr>
          <p:cNvSpPr>
            <a:spLocks noGrp="1"/>
          </p:cNvSpPr>
          <p:nvPr>
            <p:ph type="body" sz="quarter" idx="3"/>
          </p:nvPr>
        </p:nvSpPr>
        <p:spPr/>
        <p:txBody>
          <a:bodyPr>
            <a:normAutofit/>
          </a:bodyPr>
          <a:lstStyle/>
          <a:p>
            <a:r>
              <a:rPr lang="en-IN" sz="2800" dirty="0">
                <a:latin typeface="Times New Roman" panose="02020603050405020304" pitchFamily="18" charset="0"/>
                <a:cs typeface="Times New Roman" panose="02020603050405020304" pitchFamily="18" charset="0"/>
              </a:rPr>
              <a:t>MQ-6 Gas Senso</a:t>
            </a:r>
          </a:p>
        </p:txBody>
      </p:sp>
      <p:sp>
        <p:nvSpPr>
          <p:cNvPr id="6" name="Content Placeholder 5">
            <a:extLst>
              <a:ext uri="{FF2B5EF4-FFF2-40B4-BE49-F238E27FC236}">
                <a16:creationId xmlns:a16="http://schemas.microsoft.com/office/drawing/2014/main" id="{61206D5D-D4B4-0060-A4C2-DD0CDCF68E99}"/>
              </a:ext>
            </a:extLst>
          </p:cNvPr>
          <p:cNvSpPr>
            <a:spLocks noGrp="1"/>
          </p:cNvSpPr>
          <p:nvPr>
            <p:ph sz="quarter" idx="4"/>
          </p:nvPr>
        </p:nvSpPr>
        <p:spPr/>
        <p:txBody>
          <a:bodyPr>
            <a:normAutofit/>
          </a:bodyPr>
          <a:lstStyle/>
          <a:p>
            <a:r>
              <a:rPr lang="en-US" sz="2000" dirty="0">
                <a:solidFill>
                  <a:srgbClr val="040C28"/>
                </a:solidFill>
                <a:latin typeface="Times New Roman" panose="02020603050405020304" pitchFamily="18" charset="0"/>
                <a:cs typeface="Times New Roman" panose="02020603050405020304" pitchFamily="18" charset="0"/>
              </a:rPr>
              <a:t>M</a:t>
            </a:r>
            <a:r>
              <a:rPr lang="en-US" sz="2000" b="0" i="0" dirty="0">
                <a:solidFill>
                  <a:srgbClr val="040C28"/>
                </a:solidFill>
                <a:effectLst/>
                <a:latin typeface="Times New Roman" panose="02020603050405020304" pitchFamily="18" charset="0"/>
                <a:cs typeface="Times New Roman" panose="02020603050405020304" pitchFamily="18" charset="0"/>
              </a:rPr>
              <a:t>onitoring and alerting us when potentially harmful gas levels are reached</a:t>
            </a:r>
            <a:endParaRPr lang="en-IN" sz="20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6A04FE2D-47EE-A01F-0CC0-44355F9F2352}"/>
              </a:ext>
            </a:extLst>
          </p:cNvPr>
          <p:cNvPicPr>
            <a:picLocks noChangeAspect="1"/>
          </p:cNvPicPr>
          <p:nvPr/>
        </p:nvPicPr>
        <p:blipFill>
          <a:blip r:embed="rId2"/>
          <a:stretch>
            <a:fillRect/>
          </a:stretch>
        </p:blipFill>
        <p:spPr>
          <a:xfrm>
            <a:off x="609601" y="3699905"/>
            <a:ext cx="4277031" cy="2632069"/>
          </a:xfrm>
          <a:prstGeom prst="rect">
            <a:avLst/>
          </a:prstGeom>
        </p:spPr>
      </p:pic>
      <p:pic>
        <p:nvPicPr>
          <p:cNvPr id="14" name="Picture 13">
            <a:extLst>
              <a:ext uri="{FF2B5EF4-FFF2-40B4-BE49-F238E27FC236}">
                <a16:creationId xmlns:a16="http://schemas.microsoft.com/office/drawing/2014/main" id="{3A7C4337-3676-583A-E6A3-1985835A6B14}"/>
              </a:ext>
            </a:extLst>
          </p:cNvPr>
          <p:cNvPicPr>
            <a:picLocks noChangeAspect="1"/>
          </p:cNvPicPr>
          <p:nvPr/>
        </p:nvPicPr>
        <p:blipFill>
          <a:blip r:embed="rId3"/>
          <a:stretch>
            <a:fillRect/>
          </a:stretch>
        </p:blipFill>
        <p:spPr>
          <a:xfrm>
            <a:off x="6941572" y="3699905"/>
            <a:ext cx="3401961" cy="2632069"/>
          </a:xfrm>
          <a:prstGeom prst="rect">
            <a:avLst/>
          </a:prstGeom>
        </p:spPr>
      </p:pic>
    </p:spTree>
    <p:extLst>
      <p:ext uri="{BB962C8B-B14F-4D97-AF65-F5344CB8AC3E}">
        <p14:creationId xmlns:p14="http://schemas.microsoft.com/office/powerpoint/2010/main" val="3393774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5">
                                            <p:txEl>
                                              <p:pRg st="0" end="0"/>
                                            </p:txEl>
                                          </p:spTgt>
                                        </p:tgtEl>
                                        <p:attrNameLst>
                                          <p:attrName>style.visibility</p:attrName>
                                        </p:attrNameLst>
                                      </p:cBhvr>
                                      <p:to>
                                        <p:strVal val="visible"/>
                                      </p:to>
                                    </p:set>
                                    <p:animEffect transition="in" filter="fade">
                                      <p:cBhvr>
                                        <p:cTn id="20" dur="1000"/>
                                        <p:tgtEl>
                                          <p:spTgt spid="5">
                                            <p:txEl>
                                              <p:pRg st="0" end="0"/>
                                            </p:txEl>
                                          </p:spTgt>
                                        </p:tgtEl>
                                      </p:cBhvr>
                                    </p:animEffect>
                                    <p:anim calcmode="lin" valueType="num">
                                      <p:cBhvr>
                                        <p:cTn id="21"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wipe(down)">
                                      <p:cBhvr>
                                        <p:cTn id="27" dur="500"/>
                                        <p:tgtEl>
                                          <p:spTgt spid="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wipe(down)">
                                      <p:cBhvr>
                                        <p:cTn id="32" dur="500"/>
                                        <p:tgtEl>
                                          <p:spTgt spid="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F2E22-E55A-926B-8020-063540971653}"/>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Hardware Components</a:t>
            </a:r>
          </a:p>
        </p:txBody>
      </p:sp>
      <p:sp>
        <p:nvSpPr>
          <p:cNvPr id="3" name="Text Placeholder 2">
            <a:extLst>
              <a:ext uri="{FF2B5EF4-FFF2-40B4-BE49-F238E27FC236}">
                <a16:creationId xmlns:a16="http://schemas.microsoft.com/office/drawing/2014/main" id="{0ED233C6-E16B-771E-6504-26F0880F4030}"/>
              </a:ext>
            </a:extLst>
          </p:cNvPr>
          <p:cNvSpPr>
            <a:spLocks noGrp="1"/>
          </p:cNvSpPr>
          <p:nvPr>
            <p:ph type="body" idx="1"/>
          </p:nvPr>
        </p:nvSpPr>
        <p:spPr/>
        <p:txBody>
          <a:bodyPr>
            <a:normAutofit/>
          </a:bodyPr>
          <a:lstStyle/>
          <a:p>
            <a:r>
              <a:rPr lang="en-IN" sz="2800" dirty="0">
                <a:latin typeface="Times New Roman" panose="02020603050405020304" pitchFamily="18" charset="0"/>
                <a:cs typeface="Times New Roman" panose="02020603050405020304" pitchFamily="18" charset="0"/>
              </a:rPr>
              <a:t>Gas regulator</a:t>
            </a:r>
          </a:p>
        </p:txBody>
      </p:sp>
      <p:sp>
        <p:nvSpPr>
          <p:cNvPr id="4" name="Content Placeholder 3">
            <a:extLst>
              <a:ext uri="{FF2B5EF4-FFF2-40B4-BE49-F238E27FC236}">
                <a16:creationId xmlns:a16="http://schemas.microsoft.com/office/drawing/2014/main" id="{211DD448-F7E7-5C95-0B4F-37F4CB90A4BB}"/>
              </a:ext>
            </a:extLst>
          </p:cNvPr>
          <p:cNvSpPr>
            <a:spLocks noGrp="1"/>
          </p:cNvSpPr>
          <p:nvPr>
            <p:ph sz="half" idx="2"/>
          </p:nvPr>
        </p:nvSpPr>
        <p:spPr>
          <a:xfrm>
            <a:off x="1097280" y="2793682"/>
            <a:ext cx="4639736" cy="3075413"/>
          </a:xfrm>
        </p:spPr>
        <p:txBody>
          <a:bodyPr/>
          <a:lstStyle/>
          <a:p>
            <a:r>
              <a:rPr lang="en-US" dirty="0">
                <a:solidFill>
                  <a:srgbClr val="040C28"/>
                </a:solidFill>
                <a:latin typeface="Times New Roman" panose="02020603050405020304" pitchFamily="18" charset="0"/>
                <a:cs typeface="Times New Roman" panose="02020603050405020304" pitchFamily="18" charset="0"/>
              </a:rPr>
              <a:t>M</a:t>
            </a:r>
            <a:r>
              <a:rPr lang="en-US" b="0" i="0" dirty="0">
                <a:solidFill>
                  <a:srgbClr val="040C28"/>
                </a:solidFill>
                <a:effectLst/>
                <a:latin typeface="Times New Roman" panose="02020603050405020304" pitchFamily="18" charset="0"/>
                <a:cs typeface="Times New Roman" panose="02020603050405020304" pitchFamily="18" charset="0"/>
              </a:rPr>
              <a:t>aintains a defined pressure of a system by cutting off the flow of a gas or liquid when it reaches a set pressure</a:t>
            </a:r>
          </a:p>
          <a:p>
            <a:endParaRPr lang="en-IN"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5D403AC0-D75A-15CE-FF32-43356F516B0A}"/>
              </a:ext>
            </a:extLst>
          </p:cNvPr>
          <p:cNvSpPr>
            <a:spLocks noGrp="1"/>
          </p:cNvSpPr>
          <p:nvPr>
            <p:ph type="body" sz="quarter" idx="3"/>
          </p:nvPr>
        </p:nvSpPr>
        <p:spPr/>
        <p:txBody>
          <a:bodyPr>
            <a:normAutofit/>
          </a:bodyPr>
          <a:lstStyle/>
          <a:p>
            <a:r>
              <a:rPr lang="en-IN" sz="2800" dirty="0">
                <a:latin typeface="Times New Roman" panose="02020603050405020304" pitchFamily="18" charset="0"/>
                <a:cs typeface="Times New Roman" panose="02020603050405020304" pitchFamily="18" charset="0"/>
              </a:rPr>
              <a:t>Buzzer</a:t>
            </a:r>
          </a:p>
        </p:txBody>
      </p:sp>
      <p:sp>
        <p:nvSpPr>
          <p:cNvPr id="6" name="Content Placeholder 5">
            <a:extLst>
              <a:ext uri="{FF2B5EF4-FFF2-40B4-BE49-F238E27FC236}">
                <a16:creationId xmlns:a16="http://schemas.microsoft.com/office/drawing/2014/main" id="{F09F36D7-6FA5-E5D2-C637-184B1EF1427A}"/>
              </a:ext>
            </a:extLst>
          </p:cNvPr>
          <p:cNvSpPr>
            <a:spLocks noGrp="1"/>
          </p:cNvSpPr>
          <p:nvPr>
            <p:ph sz="quarter" idx="4"/>
          </p:nvPr>
        </p:nvSpPr>
        <p:spPr>
          <a:xfrm>
            <a:off x="6515944" y="2793683"/>
            <a:ext cx="4639736" cy="3075412"/>
          </a:xfrm>
        </p:spPr>
        <p:txBody>
          <a:bodyPr/>
          <a:lstStyle/>
          <a:p>
            <a:r>
              <a:rPr lang="en-US" dirty="0">
                <a:solidFill>
                  <a:srgbClr val="040C28"/>
                </a:solidFill>
                <a:latin typeface="Times New Roman" panose="02020603050405020304" pitchFamily="18" charset="0"/>
                <a:cs typeface="Times New Roman" panose="02020603050405020304" pitchFamily="18" charset="0"/>
              </a:rPr>
              <a:t>A</a:t>
            </a:r>
            <a:r>
              <a:rPr lang="en-US" b="0" i="0" dirty="0">
                <a:solidFill>
                  <a:srgbClr val="040C28"/>
                </a:solidFill>
                <a:effectLst/>
                <a:latin typeface="Times New Roman" panose="02020603050405020304" pitchFamily="18" charset="0"/>
                <a:cs typeface="Times New Roman" panose="02020603050405020304" pitchFamily="18" charset="0"/>
              </a:rPr>
              <a:t> basic audio device that generates a sound from an incoming electrical signal</a:t>
            </a:r>
          </a:p>
          <a:p>
            <a:endParaRPr lang="en-US" b="0" i="0" dirty="0">
              <a:solidFill>
                <a:srgbClr val="040C28"/>
              </a:solidFill>
              <a:effectLst/>
              <a:latin typeface="Times New Roman" panose="02020603050405020304" pitchFamily="18" charset="0"/>
              <a:cs typeface="Times New Roman" panose="02020603050405020304" pitchFamily="18" charset="0"/>
            </a:endParaRPr>
          </a:p>
          <a:p>
            <a:endParaRPr lang="en-US" b="0" i="0" dirty="0">
              <a:solidFill>
                <a:srgbClr val="040C28"/>
              </a:solidFill>
              <a:effectLst/>
              <a:latin typeface="Times New Roman" panose="02020603050405020304" pitchFamily="18" charset="0"/>
              <a:cs typeface="Times New Roman" panose="02020603050405020304" pitchFamily="18" charset="0"/>
            </a:endParaRPr>
          </a:p>
          <a:p>
            <a:endParaRPr lang="en-US" b="0" i="0" dirty="0">
              <a:solidFill>
                <a:srgbClr val="040C28"/>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C480781C-B284-DBE2-3FFD-2F9BC74EEA87}"/>
              </a:ext>
            </a:extLst>
          </p:cNvPr>
          <p:cNvPicPr>
            <a:picLocks noChangeAspect="1"/>
          </p:cNvPicPr>
          <p:nvPr/>
        </p:nvPicPr>
        <p:blipFill>
          <a:blip r:embed="rId2"/>
          <a:stretch>
            <a:fillRect/>
          </a:stretch>
        </p:blipFill>
        <p:spPr>
          <a:xfrm>
            <a:off x="1238865" y="3854245"/>
            <a:ext cx="3539615" cy="2497393"/>
          </a:xfrm>
          <a:prstGeom prst="rect">
            <a:avLst/>
          </a:prstGeom>
        </p:spPr>
      </p:pic>
      <p:pic>
        <p:nvPicPr>
          <p:cNvPr id="12" name="Picture 11">
            <a:extLst>
              <a:ext uri="{FF2B5EF4-FFF2-40B4-BE49-F238E27FC236}">
                <a16:creationId xmlns:a16="http://schemas.microsoft.com/office/drawing/2014/main" id="{DB6DEB95-BCA3-9B02-06F2-552AEFBA518B}"/>
              </a:ext>
            </a:extLst>
          </p:cNvPr>
          <p:cNvPicPr>
            <a:picLocks noChangeAspect="1"/>
          </p:cNvPicPr>
          <p:nvPr/>
        </p:nvPicPr>
        <p:blipFill>
          <a:blip r:embed="rId3"/>
          <a:stretch>
            <a:fillRect/>
          </a:stretch>
        </p:blipFill>
        <p:spPr>
          <a:xfrm>
            <a:off x="6971069" y="3854245"/>
            <a:ext cx="3342970" cy="2497393"/>
          </a:xfrm>
          <a:prstGeom prst="rect">
            <a:avLst/>
          </a:prstGeom>
        </p:spPr>
      </p:pic>
    </p:spTree>
    <p:extLst>
      <p:ext uri="{BB962C8B-B14F-4D97-AF65-F5344CB8AC3E}">
        <p14:creationId xmlns:p14="http://schemas.microsoft.com/office/powerpoint/2010/main" val="2762807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5">
                                            <p:txEl>
                                              <p:pRg st="0" end="0"/>
                                            </p:txEl>
                                          </p:spTgt>
                                        </p:tgtEl>
                                        <p:attrNameLst>
                                          <p:attrName>style.visibility</p:attrName>
                                        </p:attrNameLst>
                                      </p:cBhvr>
                                      <p:to>
                                        <p:strVal val="visible"/>
                                      </p:to>
                                    </p:set>
                                    <p:animEffect transition="in" filter="fade">
                                      <p:cBhvr>
                                        <p:cTn id="20" dur="1000"/>
                                        <p:tgtEl>
                                          <p:spTgt spid="5">
                                            <p:txEl>
                                              <p:pRg st="0" end="0"/>
                                            </p:txEl>
                                          </p:spTgt>
                                        </p:tgtEl>
                                      </p:cBhvr>
                                    </p:animEffect>
                                    <p:anim calcmode="lin" valueType="num">
                                      <p:cBhvr>
                                        <p:cTn id="21"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wipe(down)">
                                      <p:cBhvr>
                                        <p:cTn id="27" dur="500"/>
                                        <p:tgtEl>
                                          <p:spTgt spid="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wipe(down)">
                                      <p:cBhvr>
                                        <p:cTn id="32" dur="500"/>
                                        <p:tgtEl>
                                          <p:spTgt spid="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192B3-115C-620F-692F-151743749B4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Hardware Components</a:t>
            </a:r>
            <a:endParaRPr lang="en-IN" dirty="0"/>
          </a:p>
        </p:txBody>
      </p:sp>
      <p:sp>
        <p:nvSpPr>
          <p:cNvPr id="3" name="Text Placeholder 2">
            <a:extLst>
              <a:ext uri="{FF2B5EF4-FFF2-40B4-BE49-F238E27FC236}">
                <a16:creationId xmlns:a16="http://schemas.microsoft.com/office/drawing/2014/main" id="{C2633432-B040-0666-77D0-F21A47ED9145}"/>
              </a:ext>
            </a:extLst>
          </p:cNvPr>
          <p:cNvSpPr>
            <a:spLocks noGrp="1"/>
          </p:cNvSpPr>
          <p:nvPr>
            <p:ph type="body" idx="1"/>
          </p:nvPr>
        </p:nvSpPr>
        <p:spPr/>
        <p:txBody>
          <a:bodyPr>
            <a:normAutofit/>
          </a:bodyPr>
          <a:lstStyle/>
          <a:p>
            <a:r>
              <a:rPr lang="en-IN" sz="2800" dirty="0">
                <a:latin typeface="Times New Roman" panose="02020603050405020304" pitchFamily="18" charset="0"/>
                <a:cs typeface="Times New Roman" panose="02020603050405020304" pitchFamily="18" charset="0"/>
              </a:rPr>
              <a:t>Exhaust Fan</a:t>
            </a:r>
          </a:p>
        </p:txBody>
      </p:sp>
      <p:sp>
        <p:nvSpPr>
          <p:cNvPr id="4" name="Content Placeholder 3">
            <a:extLst>
              <a:ext uri="{FF2B5EF4-FFF2-40B4-BE49-F238E27FC236}">
                <a16:creationId xmlns:a16="http://schemas.microsoft.com/office/drawing/2014/main" id="{8895B4B4-CF21-04E9-40EF-5D03C2988C3D}"/>
              </a:ext>
            </a:extLst>
          </p:cNvPr>
          <p:cNvSpPr>
            <a:spLocks noGrp="1"/>
          </p:cNvSpPr>
          <p:nvPr>
            <p:ph sz="half" idx="2"/>
          </p:nvPr>
        </p:nvSpPr>
        <p:spPr/>
        <p:txBody>
          <a:bodyPr/>
          <a:lstStyle/>
          <a:p>
            <a:pPr marL="0" indent="0">
              <a:buNone/>
            </a:pPr>
            <a:r>
              <a:rPr lang="en-US" dirty="0">
                <a:solidFill>
                  <a:srgbClr val="040C28"/>
                </a:solidFill>
                <a:latin typeface="Times New Roman" panose="02020603050405020304" pitchFamily="18" charset="0"/>
                <a:cs typeface="Times New Roman" panose="02020603050405020304" pitchFamily="18" charset="0"/>
              </a:rPr>
              <a:t>To</a:t>
            </a:r>
            <a:r>
              <a:rPr lang="en-US" b="0" i="0" dirty="0">
                <a:solidFill>
                  <a:srgbClr val="040C28"/>
                </a:solidFill>
                <a:effectLst/>
                <a:latin typeface="Times New Roman" panose="02020603050405020304" pitchFamily="18" charset="0"/>
                <a:cs typeface="Times New Roman" panose="02020603050405020304" pitchFamily="18" charset="0"/>
              </a:rPr>
              <a:t> expel stale air, moisture, and unwanted odours from a specific area</a:t>
            </a:r>
            <a:r>
              <a:rPr lang="en-US" b="0" i="0" dirty="0">
                <a:solidFill>
                  <a:srgbClr val="474747"/>
                </a:solidFill>
                <a:effectLst/>
                <a:latin typeface="Times New Roman" panose="02020603050405020304" pitchFamily="18" charset="0"/>
                <a:cs typeface="Times New Roman" panose="02020603050405020304" pitchFamily="18" charset="0"/>
              </a:rPr>
              <a:t>, especially in homes</a:t>
            </a:r>
          </a:p>
          <a:p>
            <a:pPr marL="0" indent="0">
              <a:buNone/>
            </a:pPr>
            <a:endParaRPr lang="en-IN" dirty="0">
              <a:latin typeface="Times New Roman" panose="02020603050405020304" pitchFamily="18" charset="0"/>
              <a:cs typeface="Times New Roman" panose="02020603050405020304" pitchFamily="18" charset="0"/>
            </a:endParaRPr>
          </a:p>
        </p:txBody>
      </p:sp>
      <p:sp>
        <p:nvSpPr>
          <p:cNvPr id="5" name="Text Placeholder 4">
            <a:extLst>
              <a:ext uri="{FF2B5EF4-FFF2-40B4-BE49-F238E27FC236}">
                <a16:creationId xmlns:a16="http://schemas.microsoft.com/office/drawing/2014/main" id="{1B4D3741-0359-0402-2E9B-8EF32FA76295}"/>
              </a:ext>
            </a:extLst>
          </p:cNvPr>
          <p:cNvSpPr>
            <a:spLocks noGrp="1"/>
          </p:cNvSpPr>
          <p:nvPr>
            <p:ph type="body" sz="quarter" idx="3"/>
          </p:nvPr>
        </p:nvSpPr>
        <p:spPr/>
        <p:txBody>
          <a:bodyPr>
            <a:normAutofit/>
          </a:bodyPr>
          <a:lstStyle/>
          <a:p>
            <a:r>
              <a:rPr lang="en-IN" sz="2800" dirty="0">
                <a:latin typeface="Times New Roman" panose="02020603050405020304" pitchFamily="18" charset="0"/>
                <a:cs typeface="Times New Roman" panose="02020603050405020304" pitchFamily="18" charset="0"/>
              </a:rPr>
              <a:t>Servo Motor </a:t>
            </a:r>
          </a:p>
        </p:txBody>
      </p:sp>
      <p:sp>
        <p:nvSpPr>
          <p:cNvPr id="6" name="Content Placeholder 5">
            <a:extLst>
              <a:ext uri="{FF2B5EF4-FFF2-40B4-BE49-F238E27FC236}">
                <a16:creationId xmlns:a16="http://schemas.microsoft.com/office/drawing/2014/main" id="{3B021C97-CCF6-2576-D4F0-0669C696E5C1}"/>
              </a:ext>
            </a:extLst>
          </p:cNvPr>
          <p:cNvSpPr>
            <a:spLocks noGrp="1"/>
          </p:cNvSpPr>
          <p:nvPr>
            <p:ph sz="quarter" idx="4"/>
          </p:nvPr>
        </p:nvSpPr>
        <p:spPr/>
        <p:txBody>
          <a:bodyPr/>
          <a:lstStyle/>
          <a:p>
            <a:r>
              <a:rPr lang="en-US" b="0" i="0" dirty="0">
                <a:solidFill>
                  <a:srgbClr val="040C28"/>
                </a:solidFill>
                <a:effectLst/>
                <a:latin typeface="Times New Roman" panose="02020603050405020304" pitchFamily="18" charset="0"/>
                <a:cs typeface="Times New Roman" panose="02020603050405020304" pitchFamily="18" charset="0"/>
              </a:rPr>
              <a:t>produces torque and velocity based on the supplied current and voltage</a:t>
            </a:r>
          </a:p>
          <a:p>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6FB2C2C3-79AA-7C04-D536-01D7531F8C2B}"/>
              </a:ext>
            </a:extLst>
          </p:cNvPr>
          <p:cNvPicPr>
            <a:picLocks noChangeAspect="1"/>
          </p:cNvPicPr>
          <p:nvPr/>
        </p:nvPicPr>
        <p:blipFill>
          <a:blip r:embed="rId2"/>
          <a:stretch>
            <a:fillRect/>
          </a:stretch>
        </p:blipFill>
        <p:spPr>
          <a:xfrm>
            <a:off x="900635" y="4031226"/>
            <a:ext cx="4315817" cy="2340077"/>
          </a:xfrm>
          <a:prstGeom prst="rect">
            <a:avLst/>
          </a:prstGeom>
        </p:spPr>
      </p:pic>
      <p:pic>
        <p:nvPicPr>
          <p:cNvPr id="12" name="Picture 11">
            <a:extLst>
              <a:ext uri="{FF2B5EF4-FFF2-40B4-BE49-F238E27FC236}">
                <a16:creationId xmlns:a16="http://schemas.microsoft.com/office/drawing/2014/main" id="{4447CFCD-397A-1422-9752-48988CE28D4A}"/>
              </a:ext>
            </a:extLst>
          </p:cNvPr>
          <p:cNvPicPr>
            <a:picLocks noChangeAspect="1"/>
          </p:cNvPicPr>
          <p:nvPr/>
        </p:nvPicPr>
        <p:blipFill>
          <a:blip r:embed="rId3"/>
          <a:stretch>
            <a:fillRect/>
          </a:stretch>
        </p:blipFill>
        <p:spPr>
          <a:xfrm>
            <a:off x="6646606" y="3913239"/>
            <a:ext cx="4178710" cy="2458064"/>
          </a:xfrm>
          <a:prstGeom prst="rect">
            <a:avLst/>
          </a:prstGeom>
        </p:spPr>
      </p:pic>
    </p:spTree>
    <p:extLst>
      <p:ext uri="{BB962C8B-B14F-4D97-AF65-F5344CB8AC3E}">
        <p14:creationId xmlns:p14="http://schemas.microsoft.com/office/powerpoint/2010/main" val="3681183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5">
                                            <p:txEl>
                                              <p:pRg st="0" end="0"/>
                                            </p:txEl>
                                          </p:spTgt>
                                        </p:tgtEl>
                                        <p:attrNameLst>
                                          <p:attrName>style.visibility</p:attrName>
                                        </p:attrNameLst>
                                      </p:cBhvr>
                                      <p:to>
                                        <p:strVal val="visible"/>
                                      </p:to>
                                    </p:set>
                                    <p:animEffect transition="in" filter="fade">
                                      <p:cBhvr>
                                        <p:cTn id="20" dur="1000"/>
                                        <p:tgtEl>
                                          <p:spTgt spid="5">
                                            <p:txEl>
                                              <p:pRg st="0" end="0"/>
                                            </p:txEl>
                                          </p:spTgt>
                                        </p:tgtEl>
                                      </p:cBhvr>
                                    </p:animEffect>
                                    <p:anim calcmode="lin" valueType="num">
                                      <p:cBhvr>
                                        <p:cTn id="21"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animEffect transition="in" filter="wipe(down)">
                                      <p:cBhvr>
                                        <p:cTn id="27" dur="500"/>
                                        <p:tgtEl>
                                          <p:spTgt spid="4">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wipe(down)">
                                      <p:cBhvr>
                                        <p:cTn id="32" dur="500"/>
                                        <p:tgtEl>
                                          <p:spTgt spid="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80B94-4C4C-9E21-825C-326D62AF0F61}"/>
              </a:ext>
            </a:extLst>
          </p:cNvPr>
          <p:cNvSpPr>
            <a:spLocks noGrp="1"/>
          </p:cNvSpPr>
          <p:nvPr>
            <p:ph type="ctrTitle"/>
          </p:nvPr>
        </p:nvSpPr>
        <p:spPr/>
        <p:txBody>
          <a:bodyPr>
            <a:normAutofit/>
          </a:bodyPr>
          <a:lstStyle/>
          <a:p>
            <a:r>
              <a:rPr lang="en-IN" sz="6600" dirty="0">
                <a:latin typeface="Times New Roman" panose="02020603050405020304" pitchFamily="18" charset="0"/>
                <a:cs typeface="Times New Roman" panose="02020603050405020304" pitchFamily="18" charset="0"/>
              </a:rPr>
              <a:t>Software &amp; Programming</a:t>
            </a:r>
          </a:p>
        </p:txBody>
      </p:sp>
      <p:sp>
        <p:nvSpPr>
          <p:cNvPr id="3" name="Subtitle 2">
            <a:extLst>
              <a:ext uri="{FF2B5EF4-FFF2-40B4-BE49-F238E27FC236}">
                <a16:creationId xmlns:a16="http://schemas.microsoft.com/office/drawing/2014/main" id="{B15DF4BB-6EB8-6830-4C2F-9468FFF33240}"/>
              </a:ext>
            </a:extLst>
          </p:cNvPr>
          <p:cNvSpPr>
            <a:spLocks noGrp="1"/>
          </p:cNvSpPr>
          <p:nvPr>
            <p:ph type="subTitle" idx="1"/>
          </p:nvPr>
        </p:nvSpPr>
        <p:spPr/>
        <p:txBody>
          <a:bodyPr>
            <a:normAutofit/>
          </a:bodyPr>
          <a:lstStyle/>
          <a:p>
            <a:r>
              <a:rPr lang="en-US" sz="2800" dirty="0">
                <a:latin typeface="Times New Roman" panose="02020603050405020304" pitchFamily="18" charset="0"/>
                <a:cs typeface="Times New Roman" panose="02020603050405020304" pitchFamily="18" charset="0"/>
              </a:rPr>
              <a:t>Arduino IDE used for codinG</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24108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barn(inVertical)">
                                      <p:cBhvr>
                                        <p:cTn id="14"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49655-6243-354C-0062-22EB887C30CD}"/>
              </a:ext>
            </a:extLst>
          </p:cNvPr>
          <p:cNvSpPr>
            <a:spLocks noGrp="1"/>
          </p:cNvSpPr>
          <p:nvPr>
            <p:ph type="title"/>
          </p:nvPr>
        </p:nvSpPr>
        <p:spPr/>
        <p:txBody>
          <a:bodyPr>
            <a:normAutofit/>
          </a:bodyPr>
          <a:lstStyle/>
          <a:p>
            <a:r>
              <a:rPr lang="en-IN" sz="4800" dirty="0">
                <a:latin typeface="Times New Roman" panose="02020603050405020304" pitchFamily="18" charset="0"/>
                <a:cs typeface="Times New Roman" panose="02020603050405020304" pitchFamily="18" charset="0"/>
              </a:rPr>
              <a:t>Key Features of Code</a:t>
            </a:r>
          </a:p>
        </p:txBody>
      </p:sp>
      <p:sp>
        <p:nvSpPr>
          <p:cNvPr id="3" name="Content Placeholder 2">
            <a:extLst>
              <a:ext uri="{FF2B5EF4-FFF2-40B4-BE49-F238E27FC236}">
                <a16:creationId xmlns:a16="http://schemas.microsoft.com/office/drawing/2014/main" id="{BB496229-7908-835D-07CD-C96CFAC2616D}"/>
              </a:ext>
            </a:extLst>
          </p:cNvPr>
          <p:cNvSpPr>
            <a:spLocks noGrp="1"/>
          </p:cNvSpPr>
          <p:nvPr>
            <p:ph idx="1"/>
          </p:nvPr>
        </p:nvSpPr>
        <p:spPr/>
        <p:txBody>
          <a:bodyPr>
            <a:normAutofit/>
          </a:bodyPr>
          <a:lstStyle/>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Reads sensor data from MQ-6.</a:t>
            </a:r>
          </a:p>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Triggers alarm &amp; exhaust fan when gas is detected.</a:t>
            </a:r>
          </a:p>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Activates relay to shut solenoid valve.</a:t>
            </a:r>
          </a:p>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Turns off gas regulator via servo motor.</a:t>
            </a:r>
          </a:p>
          <a:p>
            <a:pPr>
              <a:buFont typeface="Wingdings" panose="05000000000000000000" pitchFamily="2" charset="2"/>
              <a:buChar char="Ø"/>
            </a:pPr>
            <a:r>
              <a:rPr lang="en-IN" sz="2800" dirty="0">
                <a:latin typeface="Times New Roman" panose="02020603050405020304" pitchFamily="18" charset="0"/>
                <a:cs typeface="Times New Roman" panose="02020603050405020304" pitchFamily="18" charset="0"/>
              </a:rPr>
              <a:t>Resets system when gas level is safe.</a:t>
            </a:r>
          </a:p>
        </p:txBody>
      </p:sp>
    </p:spTree>
    <p:extLst>
      <p:ext uri="{BB962C8B-B14F-4D97-AF65-F5344CB8AC3E}">
        <p14:creationId xmlns:p14="http://schemas.microsoft.com/office/powerpoint/2010/main" val="1175995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 calcmode="lin" valueType="num">
                                      <p:cBhvr additive="base">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 calcmode="lin" valueType="num">
                                      <p:cBhvr additive="base">
                                        <p:cTn id="2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 calcmode="lin" valueType="num">
                                      <p:cBhvr additive="base">
                                        <p:cTn id="3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 calcmode="lin" valueType="num">
                                      <p:cBhvr additive="base">
                                        <p:cTn id="3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5FF21-3228-C207-9360-06E6DC0C353B}"/>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id="{6A9572B6-5318-7467-4753-43D8814DF692}"/>
              </a:ext>
            </a:extLst>
          </p:cNvPr>
          <p:cNvSpPr>
            <a:spLocks noGrp="1"/>
          </p:cNvSpPr>
          <p:nvPr>
            <p:ph idx="1"/>
          </p:nvPr>
        </p:nvSpPr>
        <p:spPr/>
        <p:txBody>
          <a:bodyPr/>
          <a:lstStyle/>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Mobile App Integration (IoT-based control).</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AI-based predictive maintenance to detect sensor failures.</a:t>
            </a:r>
          </a:p>
          <a:p>
            <a:pPr>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Wireless Gas Sensors for larger areas</a:t>
            </a:r>
            <a:r>
              <a:rPr lang="en-US" dirty="0"/>
              <a:t>.</a:t>
            </a:r>
            <a:endParaRPr lang="en-IN" dirty="0"/>
          </a:p>
        </p:txBody>
      </p:sp>
    </p:spTree>
    <p:extLst>
      <p:ext uri="{BB962C8B-B14F-4D97-AF65-F5344CB8AC3E}">
        <p14:creationId xmlns:p14="http://schemas.microsoft.com/office/powerpoint/2010/main" val="45351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2" end="2"/>
                                            </p:txEl>
                                          </p:spTgt>
                                        </p:tgtEl>
                                        <p:attrNameLst>
                                          <p:attrName>style.visibility</p:attrName>
                                        </p:attrNameLst>
                                      </p:cBhvr>
                                      <p:to>
                                        <p:strVal val="visible"/>
                                      </p:to>
                                    </p:set>
                                    <p:animEffect transition="in" filter="fade">
                                      <p:cBhvr>
                                        <p:cTn id="26" dur="1000"/>
                                        <p:tgtEl>
                                          <p:spTgt spid="3">
                                            <p:txEl>
                                              <p:pRg st="2" end="2"/>
                                            </p:txEl>
                                          </p:spTgt>
                                        </p:tgtEl>
                                      </p:cBhvr>
                                    </p:animEffect>
                                    <p:anim calcmode="lin" valueType="num">
                                      <p:cBhvr>
                                        <p:cTn id="27"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ow to Make a Great &quot;Any Questions&quot; Final PowerPoint Slide (PPT)">
            <a:extLst>
              <a:ext uri="{FF2B5EF4-FFF2-40B4-BE49-F238E27FC236}">
                <a16:creationId xmlns:a16="http://schemas.microsoft.com/office/drawing/2014/main" id="{9DAF2AA6-2538-D38B-82BA-09BAD8868D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4106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4949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863B7AB-23E5-A241-5023-78156FBAB668}"/>
              </a:ext>
            </a:extLst>
          </p:cNvPr>
          <p:cNvSpPr>
            <a:spLocks noGrp="1"/>
          </p:cNvSpPr>
          <p:nvPr>
            <p:ph type="title"/>
          </p:nvPr>
        </p:nvSpPr>
        <p:spPr/>
        <p:txBody>
          <a:bodyPr/>
          <a:lstStyle/>
          <a:p>
            <a:r>
              <a:rPr lang="en-US" dirty="0"/>
              <a:t>SRI PRASATH S</a:t>
            </a:r>
            <a:endParaRPr lang="en-IN" dirty="0"/>
          </a:p>
        </p:txBody>
      </p:sp>
      <p:sp>
        <p:nvSpPr>
          <p:cNvPr id="4" name="Text Placeholder 3">
            <a:extLst>
              <a:ext uri="{FF2B5EF4-FFF2-40B4-BE49-F238E27FC236}">
                <a16:creationId xmlns:a16="http://schemas.microsoft.com/office/drawing/2014/main" id="{1D1B64C0-F0E2-6CCF-94BE-298D6BF97BC5}"/>
              </a:ext>
            </a:extLst>
          </p:cNvPr>
          <p:cNvSpPr>
            <a:spLocks noGrp="1"/>
          </p:cNvSpPr>
          <p:nvPr>
            <p:ph type="body" sz="half" idx="2"/>
          </p:nvPr>
        </p:nvSpPr>
        <p:spPr/>
        <p:txBody>
          <a:bodyPr>
            <a:normAutofit/>
          </a:bodyPr>
          <a:lstStyle/>
          <a:p>
            <a:r>
              <a:rPr lang="en-US" sz="2000" dirty="0"/>
              <a:t>II Msc (Information Technology)</a:t>
            </a:r>
            <a:endParaRPr lang="en-IN" sz="2000" dirty="0"/>
          </a:p>
        </p:txBody>
      </p:sp>
      <p:pic>
        <p:nvPicPr>
          <p:cNvPr id="2050" name="Picture 2" descr="Thank You Images – Browse 1,764,270 Stock Photos, Vectors, and Video |  Adobe Stock">
            <a:extLst>
              <a:ext uri="{FF2B5EF4-FFF2-40B4-BE49-F238E27FC236}">
                <a16:creationId xmlns:a16="http://schemas.microsoft.com/office/drawing/2014/main" id="{6EFEE247-3A7B-1CFA-842D-921AC7319075}"/>
              </a:ext>
            </a:extLst>
          </p:cNvPr>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t="16673" b="16673"/>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9991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4">
                                            <p:txEl>
                                              <p:pRg st="0" end="0"/>
                                            </p:txEl>
                                          </p:spTgt>
                                        </p:tgtEl>
                                        <p:attrNameLst>
                                          <p:attrName>style.visibility</p:attrName>
                                        </p:attrNameLst>
                                      </p:cBhvr>
                                      <p:to>
                                        <p:strVal val="visible"/>
                                      </p:to>
                                    </p:set>
                                    <p:animEffect transition="in" filter="wipe(down)">
                                      <p:cBhvr>
                                        <p:cTn id="25" dur="580">
                                          <p:stCondLst>
                                            <p:cond delay="0"/>
                                          </p:stCondLst>
                                        </p:cTn>
                                        <p:tgtEl>
                                          <p:spTgt spid="4">
                                            <p:txEl>
                                              <p:pRg st="0" end="0"/>
                                            </p:txEl>
                                          </p:spTgt>
                                        </p:tgtEl>
                                      </p:cBhvr>
                                    </p:animEffect>
                                    <p:anim calcmode="lin" valueType="num">
                                      <p:cBhvr>
                                        <p:cTn id="26"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4">
                                            <p:txEl>
                                              <p:pRg st="0" end="0"/>
                                            </p:txEl>
                                          </p:spTgt>
                                        </p:tgtEl>
                                      </p:cBhvr>
                                      <p:to x="100000" y="60000"/>
                                    </p:animScale>
                                    <p:animScale>
                                      <p:cBhvr>
                                        <p:cTn id="32" dur="166" decel="50000">
                                          <p:stCondLst>
                                            <p:cond delay="676"/>
                                          </p:stCondLst>
                                        </p:cTn>
                                        <p:tgtEl>
                                          <p:spTgt spid="4">
                                            <p:txEl>
                                              <p:pRg st="0" end="0"/>
                                            </p:txEl>
                                          </p:spTgt>
                                        </p:tgtEl>
                                      </p:cBhvr>
                                      <p:to x="100000" y="100000"/>
                                    </p:animScale>
                                    <p:animScale>
                                      <p:cBhvr>
                                        <p:cTn id="33" dur="26">
                                          <p:stCondLst>
                                            <p:cond delay="1312"/>
                                          </p:stCondLst>
                                        </p:cTn>
                                        <p:tgtEl>
                                          <p:spTgt spid="4">
                                            <p:txEl>
                                              <p:pRg st="0" end="0"/>
                                            </p:txEl>
                                          </p:spTgt>
                                        </p:tgtEl>
                                      </p:cBhvr>
                                      <p:to x="100000" y="80000"/>
                                    </p:animScale>
                                    <p:animScale>
                                      <p:cBhvr>
                                        <p:cTn id="34" dur="166" decel="50000">
                                          <p:stCondLst>
                                            <p:cond delay="1338"/>
                                          </p:stCondLst>
                                        </p:cTn>
                                        <p:tgtEl>
                                          <p:spTgt spid="4">
                                            <p:txEl>
                                              <p:pRg st="0" end="0"/>
                                            </p:txEl>
                                          </p:spTgt>
                                        </p:tgtEl>
                                      </p:cBhvr>
                                      <p:to x="100000" y="100000"/>
                                    </p:animScale>
                                    <p:animScale>
                                      <p:cBhvr>
                                        <p:cTn id="35" dur="26">
                                          <p:stCondLst>
                                            <p:cond delay="1642"/>
                                          </p:stCondLst>
                                        </p:cTn>
                                        <p:tgtEl>
                                          <p:spTgt spid="4">
                                            <p:txEl>
                                              <p:pRg st="0" end="0"/>
                                            </p:txEl>
                                          </p:spTgt>
                                        </p:tgtEl>
                                      </p:cBhvr>
                                      <p:to x="100000" y="90000"/>
                                    </p:animScale>
                                    <p:animScale>
                                      <p:cBhvr>
                                        <p:cTn id="36" dur="166" decel="50000">
                                          <p:stCondLst>
                                            <p:cond delay="1668"/>
                                          </p:stCondLst>
                                        </p:cTn>
                                        <p:tgtEl>
                                          <p:spTgt spid="4">
                                            <p:txEl>
                                              <p:pRg st="0" end="0"/>
                                            </p:txEl>
                                          </p:spTgt>
                                        </p:tgtEl>
                                      </p:cBhvr>
                                      <p:to x="100000" y="100000"/>
                                    </p:animScale>
                                    <p:animScale>
                                      <p:cBhvr>
                                        <p:cTn id="37" dur="26">
                                          <p:stCondLst>
                                            <p:cond delay="1808"/>
                                          </p:stCondLst>
                                        </p:cTn>
                                        <p:tgtEl>
                                          <p:spTgt spid="4">
                                            <p:txEl>
                                              <p:pRg st="0" end="0"/>
                                            </p:txEl>
                                          </p:spTgt>
                                        </p:tgtEl>
                                      </p:cBhvr>
                                      <p:to x="100000" y="95000"/>
                                    </p:animScale>
                                    <p:animScale>
                                      <p:cBhvr>
                                        <p:cTn id="38" dur="166" decel="50000">
                                          <p:stCondLst>
                                            <p:cond delay="1834"/>
                                          </p:stCondLst>
                                        </p:cTn>
                                        <p:tgtEl>
                                          <p:spTgt spid="4">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1_RetrospectVTI">
  <a:themeElements>
    <a:clrScheme name="Custom 34">
      <a:dk1>
        <a:sysClr val="windowText" lastClr="000000"/>
      </a:dk1>
      <a:lt1>
        <a:sysClr val="window" lastClr="FFFFFF"/>
      </a:lt1>
      <a:dk2>
        <a:srgbClr val="39302A"/>
      </a:dk2>
      <a:lt2>
        <a:srgbClr val="E5DEDB"/>
      </a:lt2>
      <a:accent1>
        <a:srgbClr val="EC7016"/>
      </a:accent1>
      <a:accent2>
        <a:srgbClr val="F8931D"/>
      </a:accent2>
      <a:accent3>
        <a:srgbClr val="CE8D3E"/>
      </a:accent3>
      <a:accent4>
        <a:srgbClr val="E64823"/>
      </a:accent4>
      <a:accent5>
        <a:srgbClr val="FFCA08"/>
      </a:accent5>
      <a:accent6>
        <a:srgbClr val="9C6A6A"/>
      </a:accent6>
      <a:hlink>
        <a:srgbClr val="2998E3"/>
      </a:hlink>
      <a:folHlink>
        <a:srgbClr val="7F723D"/>
      </a:folHlink>
    </a:clrScheme>
    <a:fontScheme name="Retrospect">
      <a:majorFont>
        <a:latin typeface="Bookman Old Style"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ranklin Gothic Book"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1">
    <a:dk1>
      <a:sysClr val="windowText" lastClr="000000"/>
    </a:dk1>
    <a:lt1>
      <a:sysClr val="window" lastClr="FFFFFF"/>
    </a:lt1>
    <a:dk2>
      <a:srgbClr val="39302A"/>
    </a:dk2>
    <a:lt2>
      <a:srgbClr val="E5DEDB"/>
    </a:lt2>
    <a:accent1>
      <a:srgbClr val="F36826"/>
    </a:accent1>
    <a:accent2>
      <a:srgbClr val="FB8E09"/>
    </a:accent2>
    <a:accent3>
      <a:srgbClr val="D48B32"/>
    </a:accent3>
    <a:accent4>
      <a:srgbClr val="E64823"/>
    </a:accent4>
    <a:accent5>
      <a:srgbClr val="FFCA08"/>
    </a:accent5>
    <a:accent6>
      <a:srgbClr val="AF695B"/>
    </a:accent6>
    <a:hlink>
      <a:srgbClr val="2998E3"/>
    </a:hlink>
    <a:folHlink>
      <a:srgbClr val="7F72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638A3B04-B0F3-4C12-A722-52B5CF6D9723}">
  <ds:schemaRefs>
    <ds:schemaRef ds:uri="http://schemas.microsoft.com/sharepoint/v3/contenttype/forms"/>
  </ds:schemaRefs>
</ds:datastoreItem>
</file>

<file path=customXml/itemProps2.xml><?xml version="1.0" encoding="utf-8"?>
<ds:datastoreItem xmlns:ds="http://schemas.openxmlformats.org/officeDocument/2006/customXml" ds:itemID="{1747A963-53E0-44AF-AF13-963FE676C6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5B1FD9-3BB6-4DA9-A089-3B68C2323D4F}">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{866B818C-BE5C-4BBD-AD8E-247B0EB67928}tf33845126_win32</Template>
  <TotalTime>114</TotalTime>
  <Words>333</Words>
  <Application>Microsoft Office PowerPoint</Application>
  <PresentationFormat>Widescreen</PresentationFormat>
  <Paragraphs>40</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Bookman Old Style</vt:lpstr>
      <vt:lpstr>Calibri</vt:lpstr>
      <vt:lpstr>Franklin Gothic Book</vt:lpstr>
      <vt:lpstr>Times New Roman</vt:lpstr>
      <vt:lpstr>Wingdings</vt:lpstr>
      <vt:lpstr>1_RetrospectVTI</vt:lpstr>
      <vt:lpstr>LPG Gas Leakage Detection System with Automatic On/Off Regulator</vt:lpstr>
      <vt:lpstr>Introduction</vt:lpstr>
      <vt:lpstr>Problem Statement</vt:lpstr>
      <vt:lpstr>Hardware Components</vt:lpstr>
      <vt:lpstr>Hardware Components</vt:lpstr>
      <vt:lpstr>Hardware Components</vt:lpstr>
      <vt:lpstr>Software &amp; Programming</vt:lpstr>
      <vt:lpstr>Key Features of Code</vt:lpstr>
      <vt:lpstr>Future Scope</vt:lpstr>
      <vt:lpstr>PowerPoint Presentation</vt:lpstr>
      <vt:lpstr>SRI PRASATH 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Sowmiya Annamalai</dc:creator>
  <cp:lastModifiedBy>Sowmiya Annamalai</cp:lastModifiedBy>
  <cp:revision>1</cp:revision>
  <dcterms:created xsi:type="dcterms:W3CDTF">2025-03-18T05:39:25Z</dcterms:created>
  <dcterms:modified xsi:type="dcterms:W3CDTF">2025-03-18T07:33:43Z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